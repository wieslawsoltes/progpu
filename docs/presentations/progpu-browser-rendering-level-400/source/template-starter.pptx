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eb34b8c2c849ba" /><Relationship Type="http://schemas.openxmlformats.org/officeDocument/2006/relationships/extended-properties" Target="/docProps/app.xml" Id="R831d1c86472b4e75" /><Relationship Type="http://schemas.openxmlformats.org/officeDocument/2006/relationships/officeDocument" Target="/ppt/presentation.xml" Id="R84ec28f8af9042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507cfaf43413b"/>
  </p:sldMasterIdLst>
  <p:notesMasterIdLst>
    <p:notesMasterId xmlns:r="http://schemas.openxmlformats.org/officeDocument/2006/relationships" r:id="R005b8a4e0ca34c20"/>
  </p:notesMasterIdLst>
  <p:sldIdLst>
    <p:sldId xmlns:r="http://schemas.openxmlformats.org/officeDocument/2006/relationships" id="256" r:id="R8c1cfcaaf7f5464f"/>
    <p:sldId xmlns:r="http://schemas.openxmlformats.org/officeDocument/2006/relationships" id="257" r:id="R2ba4c67edccf4f52"/>
    <p:sldId xmlns:r="http://schemas.openxmlformats.org/officeDocument/2006/relationships" id="258" r:id="R5ebb52953cc34abc"/>
    <p:sldId xmlns:r="http://schemas.openxmlformats.org/officeDocument/2006/relationships" id="259" r:id="R9c4ba164a6914039"/>
    <p:sldId xmlns:r="http://schemas.openxmlformats.org/officeDocument/2006/relationships" id="260" r:id="R547b6b97855d4402"/>
    <p:sldId xmlns:r="http://schemas.openxmlformats.org/officeDocument/2006/relationships" id="261" r:id="R3bf30063e2f14e43"/>
    <p:sldId xmlns:r="http://schemas.openxmlformats.org/officeDocument/2006/relationships" id="262" r:id="R2184759de0e14efc"/>
    <p:sldId xmlns:r="http://schemas.openxmlformats.org/officeDocument/2006/relationships" id="263" r:id="R03aaa99480154274"/>
    <p:sldId xmlns:r="http://schemas.openxmlformats.org/officeDocument/2006/relationships" id="264" r:id="R8e3cdb894f4148d4"/>
    <p:sldId xmlns:r="http://schemas.openxmlformats.org/officeDocument/2006/relationships" id="265" r:id="R38e5c3dd25694294"/>
    <p:sldId xmlns:r="http://schemas.openxmlformats.org/officeDocument/2006/relationships" id="266" r:id="R86d0c8555ef34f78"/>
    <p:sldId xmlns:r="http://schemas.openxmlformats.org/officeDocument/2006/relationships" id="267" r:id="R08253b9a49024296"/>
    <p:sldId xmlns:r="http://schemas.openxmlformats.org/officeDocument/2006/relationships" id="268" r:id="R5f71b3f9d01844d9"/>
    <p:sldId xmlns:r="http://schemas.openxmlformats.org/officeDocument/2006/relationships" id="269" r:id="R613b5328a579411d"/>
    <p:sldId xmlns:r="http://schemas.openxmlformats.org/officeDocument/2006/relationships" id="270" r:id="R79c5aec7af1b49bc"/>
    <p:sldId xmlns:r="http://schemas.openxmlformats.org/officeDocument/2006/relationships" id="271" r:id="R6e2f0b2999074405"/>
    <p:sldId xmlns:r="http://schemas.openxmlformats.org/officeDocument/2006/relationships" id="272" r:id="R7e21a5b668904e16"/>
    <p:sldId xmlns:r="http://schemas.openxmlformats.org/officeDocument/2006/relationships" id="273" r:id="R701d2e6c493e4027"/>
    <p:sldId xmlns:r="http://schemas.openxmlformats.org/officeDocument/2006/relationships" id="274" r:id="Rb4a3831791fb4bd8"/>
    <p:sldId xmlns:r="http://schemas.openxmlformats.org/officeDocument/2006/relationships" id="275" r:id="Ra5c4304947e84355"/>
    <p:sldId xmlns:r="http://schemas.openxmlformats.org/officeDocument/2006/relationships" id="276" r:id="R5e3a67c3db2c4d36"/>
    <p:sldId xmlns:r="http://schemas.openxmlformats.org/officeDocument/2006/relationships" id="277" r:id="R1685ab66acb84bcb"/>
    <p:sldId xmlns:r="http://schemas.openxmlformats.org/officeDocument/2006/relationships" id="278" r:id="R63a67b6198b945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e56bb66572497b" /><Relationship Type="http://schemas.openxmlformats.org/officeDocument/2006/relationships/slideMaster" Target="/ppt/slideMasters/slideMaster1.xml" Id="R2ef507cfaf43413b" /><Relationship Type="http://schemas.openxmlformats.org/officeDocument/2006/relationships/notesMaster" Target="/ppt/notesMasters/notesMaster1.xml" Id="R005b8a4e0ca34c20" /><Relationship Type="http://schemas.openxmlformats.org/officeDocument/2006/relationships/presProps" Target="/ppt/presProps.xml" Id="R2bff732869884dca" /><Relationship Type="http://schemas.openxmlformats.org/officeDocument/2006/relationships/tableStyles" Target="/ppt/tableStyles.xml" Id="R6aafd3100d23425e" /><Relationship Type="http://schemas.openxmlformats.org/officeDocument/2006/relationships/slide" Target="/ppt/slides/slide1.xml" Id="R8c1cfcaaf7f5464f" /><Relationship Type="http://schemas.openxmlformats.org/officeDocument/2006/relationships/slide" Target="/ppt/slides/slide2.xml" Id="R2ba4c67edccf4f52" /><Relationship Type="http://schemas.openxmlformats.org/officeDocument/2006/relationships/slide" Target="/ppt/slides/slide3.xml" Id="R5ebb52953cc34abc" /><Relationship Type="http://schemas.openxmlformats.org/officeDocument/2006/relationships/slide" Target="/ppt/slides/slide4.xml" Id="R9c4ba164a6914039" /><Relationship Type="http://schemas.openxmlformats.org/officeDocument/2006/relationships/slide" Target="/ppt/slides/slide5.xml" Id="R547b6b97855d4402" /><Relationship Type="http://schemas.openxmlformats.org/officeDocument/2006/relationships/slide" Target="/ppt/slides/slide6.xml" Id="R3bf30063e2f14e43" /><Relationship Type="http://schemas.openxmlformats.org/officeDocument/2006/relationships/slide" Target="/ppt/slides/slide7.xml" Id="R2184759de0e14efc" /><Relationship Type="http://schemas.openxmlformats.org/officeDocument/2006/relationships/slide" Target="/ppt/slides/slide8.xml" Id="R03aaa99480154274" /><Relationship Type="http://schemas.openxmlformats.org/officeDocument/2006/relationships/slide" Target="/ppt/slides/slide9.xml" Id="R8e3cdb894f4148d4" /><Relationship Type="http://schemas.openxmlformats.org/officeDocument/2006/relationships/slide" Target="/ppt/slides/slide10.xml" Id="R38e5c3dd25694294" /><Relationship Type="http://schemas.openxmlformats.org/officeDocument/2006/relationships/slide" Target="/ppt/slides/slide11.xml" Id="R86d0c8555ef34f78" /><Relationship Type="http://schemas.openxmlformats.org/officeDocument/2006/relationships/slide" Target="/ppt/slides/slide12.xml" Id="R08253b9a49024296" /><Relationship Type="http://schemas.openxmlformats.org/officeDocument/2006/relationships/slide" Target="/ppt/slides/slide13.xml" Id="R5f71b3f9d01844d9" /><Relationship Type="http://schemas.openxmlformats.org/officeDocument/2006/relationships/slide" Target="/ppt/slides/slide14.xml" Id="R613b5328a579411d" /><Relationship Type="http://schemas.openxmlformats.org/officeDocument/2006/relationships/slide" Target="/ppt/slides/slide15.xml" Id="R79c5aec7af1b49bc" /><Relationship Type="http://schemas.openxmlformats.org/officeDocument/2006/relationships/slide" Target="/ppt/slides/slide16.xml" Id="R6e2f0b2999074405" /><Relationship Type="http://schemas.openxmlformats.org/officeDocument/2006/relationships/slide" Target="/ppt/slides/slide17.xml" Id="R7e21a5b668904e16" /><Relationship Type="http://schemas.openxmlformats.org/officeDocument/2006/relationships/slide" Target="/ppt/slides/slide18.xml" Id="R701d2e6c493e4027" /><Relationship Type="http://schemas.openxmlformats.org/officeDocument/2006/relationships/slide" Target="/ppt/slides/slide19.xml" Id="Rb4a3831791fb4bd8" /><Relationship Type="http://schemas.openxmlformats.org/officeDocument/2006/relationships/slide" Target="/ppt/slides/slide20.xml" Id="Ra5c4304947e84355" /><Relationship Type="http://schemas.openxmlformats.org/officeDocument/2006/relationships/slide" Target="/ppt/slides/slide21.xml" Id="R5e3a67c3db2c4d36" /><Relationship Type="http://schemas.openxmlformats.org/officeDocument/2006/relationships/slide" Target="/ppt/slides/slide22.xml" Id="R1685ab66acb84bcb" /><Relationship Type="http://schemas.openxmlformats.org/officeDocument/2006/relationships/slide" Target="/ppt/slides/slide23.xml" Id="R63a67b6198b945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c2210d615241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3804c672cd4fd0" /><Relationship Type="http://schemas.openxmlformats.org/officeDocument/2006/relationships/notesMaster" Target="/ppt/notesMasters/notesMaster1.xml" Id="R48ba54aa2ab643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d4addc5524d01" /><Relationship Type="http://schemas.openxmlformats.org/officeDocument/2006/relationships/notesMaster" Target="/ppt/notesMasters/notesMaster1.xml" Id="R2f580833c5eb49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c9686b55d405f" /><Relationship Type="http://schemas.openxmlformats.org/officeDocument/2006/relationships/notesMaster" Target="/ppt/notesMasters/notesMaster1.xml" Id="R09e538b830ba48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90b4e1da8549c1" /><Relationship Type="http://schemas.openxmlformats.org/officeDocument/2006/relationships/notesMaster" Target="/ppt/notesMasters/notesMaster1.xml" Id="Reb354d8ce5dd4c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e0604c8b384050" /><Relationship Type="http://schemas.openxmlformats.org/officeDocument/2006/relationships/notesMaster" Target="/ppt/notesMasters/notesMaster1.xml" Id="R1765fe8b47cf4f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b7e9743402431c" /><Relationship Type="http://schemas.openxmlformats.org/officeDocument/2006/relationships/notesMaster" Target="/ppt/notesMasters/notesMaster1.xml" Id="R64567ebad12e4d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87308af8a449d8" /><Relationship Type="http://schemas.openxmlformats.org/officeDocument/2006/relationships/notesMaster" Target="/ppt/notesMasters/notesMaster1.xml" Id="Rc653002bef4a4a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2e157013e44274" /><Relationship Type="http://schemas.openxmlformats.org/officeDocument/2006/relationships/notesMaster" Target="/ppt/notesMasters/notesMaster1.xml" Id="Refa03de8318343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5b1b3eca3d40dd" /><Relationship Type="http://schemas.openxmlformats.org/officeDocument/2006/relationships/notesMaster" Target="/ppt/notesMasters/notesMaster1.xml" Id="Rb440750bf03e48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d5d0f797cf439a" /><Relationship Type="http://schemas.openxmlformats.org/officeDocument/2006/relationships/notesMaster" Target="/ppt/notesMasters/notesMaster1.xml" Id="Rcf1b4f70e94e46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fd8cd4c68b4820" /><Relationship Type="http://schemas.openxmlformats.org/officeDocument/2006/relationships/notesMaster" Target="/ppt/notesMasters/notesMaster1.xml" Id="R8442e3ed7cf946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bf84f2d692459e" /><Relationship Type="http://schemas.openxmlformats.org/officeDocument/2006/relationships/notesMaster" Target="/ppt/notesMasters/notesMaster1.xml" Id="R35045d9e0e134e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7b2cbe08484e7c" /><Relationship Type="http://schemas.openxmlformats.org/officeDocument/2006/relationships/notesMaster" Target="/ppt/notesMasters/notesMaster1.xml" Id="R962dea49ded54e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19f34fe0054c98" /><Relationship Type="http://schemas.openxmlformats.org/officeDocument/2006/relationships/notesMaster" Target="/ppt/notesMasters/notesMaster1.xml" Id="R92de1ec62b8644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e28669dd524ece" /><Relationship Type="http://schemas.openxmlformats.org/officeDocument/2006/relationships/notesMaster" Target="/ppt/notesMasters/notesMaster1.xml" Id="R8496589f553c44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9d85e264cc488d" /><Relationship Type="http://schemas.openxmlformats.org/officeDocument/2006/relationships/notesMaster" Target="/ppt/notesMasters/notesMaster1.xml" Id="Rf39a05e82e5140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092431ec7644e0" /><Relationship Type="http://schemas.openxmlformats.org/officeDocument/2006/relationships/notesMaster" Target="/ppt/notesMasters/notesMaster1.xml" Id="R852560621b29423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09843612da4c31" /><Relationship Type="http://schemas.openxmlformats.org/officeDocument/2006/relationships/notesMaster" Target="/ppt/notesMasters/notesMaster1.xml" Id="R065165a98ad240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9bd2f5d2f34a61" /><Relationship Type="http://schemas.openxmlformats.org/officeDocument/2006/relationships/notesMaster" Target="/ppt/notesMasters/notesMaster1.xml" Id="R413100edcf2045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5a5eb192574e27" /><Relationship Type="http://schemas.openxmlformats.org/officeDocument/2006/relationships/notesMaster" Target="/ppt/notesMasters/notesMaster1.xml" Id="R0ebd6959c75441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914b56d353412d" /><Relationship Type="http://schemas.openxmlformats.org/officeDocument/2006/relationships/notesMaster" Target="/ppt/notesMasters/notesMaster1.xml" Id="R1213e28df97641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be244508b764a4c" /><Relationship Type="http://schemas.openxmlformats.org/officeDocument/2006/relationships/notesMaster" Target="/ppt/notesMasters/notesMaster1.xml" Id="R4b38e06dcdce4b7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86fd38a6abf4ea1" /><Relationship Type="http://schemas.openxmlformats.org/officeDocument/2006/relationships/notesMaster" Target="/ppt/notesMasters/notesMaster1.xml" Id="Raf994dc0f84e4e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f25d8f9884c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2d7e6380ef419d" /><Relationship Type="http://schemas.openxmlformats.org/officeDocument/2006/relationships/slideLayout" Target="/ppt/slideLayouts/slideLayout1.xml" Id="R1a0e96b4667549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0e96b4667549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4c986b29043dd" /><Relationship Type="http://schemas.openxmlformats.org/officeDocument/2006/relationships/notesSlide" Target="/ppt/notesSlides/notesSlide1.xml" Id="Rb9a373d3149943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28b3a26e84fce" /><Relationship Type="http://schemas.openxmlformats.org/officeDocument/2006/relationships/image" Target="/ppt/media/image.jpeg" Id="Re5c5d3efd7dd46bb" /><Relationship Type="http://schemas.openxmlformats.org/officeDocument/2006/relationships/notesSlide" Target="/ppt/notesSlides/notesSlide2.xml" Id="R55be2a9347384d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fe670b4bc47b4" /><Relationship Type="http://schemas.openxmlformats.org/officeDocument/2006/relationships/notesSlide" Target="/ppt/notesSlides/notesSlide3.xml" Id="R67f79c4eb87245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019c90cef4851" /><Relationship Type="http://schemas.openxmlformats.org/officeDocument/2006/relationships/notesSlide" Target="/ppt/notesSlides/notesSlide4.xml" Id="R4f0edab4af8945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55e788fab44e2" /><Relationship Type="http://schemas.openxmlformats.org/officeDocument/2006/relationships/notesSlide" Target="/ppt/notesSlides/notesSlide5.xml" Id="Rf2668684d06a45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c6141339e49f3" /><Relationship Type="http://schemas.openxmlformats.org/officeDocument/2006/relationships/notesSlide" Target="/ppt/notesSlides/notesSlide6.xml" Id="R71db2727093047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5c39ef4124c49" /><Relationship Type="http://schemas.openxmlformats.org/officeDocument/2006/relationships/notesSlide" Target="/ppt/notesSlides/notesSlide7.xml" Id="R0b1ca0cecd9e40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d5181ec8041f6" /><Relationship Type="http://schemas.openxmlformats.org/officeDocument/2006/relationships/notesSlide" Target="/ppt/notesSlides/notesSlide8.xml" Id="Rb8cf0f8f301a45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b3cd794664348" /><Relationship Type="http://schemas.openxmlformats.org/officeDocument/2006/relationships/notesSlide" Target="/ppt/notesSlides/notesSlide9.xml" Id="Ra3be673610bd41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70a34c3ca4c64" /><Relationship Type="http://schemas.openxmlformats.org/officeDocument/2006/relationships/image" Target="/ppt/media/image.jpeg" Id="R6e9d51205dc1463e" /><Relationship Type="http://schemas.openxmlformats.org/officeDocument/2006/relationships/notesSlide" Target="/ppt/notesSlides/notesSlide10.xml" Id="R9eb900b2dee942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b5869190e43b9" /><Relationship Type="http://schemas.openxmlformats.org/officeDocument/2006/relationships/notesSlide" Target="/ppt/notesSlides/notesSlide11.xml" Id="Ra48796d6a49445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2478e14194566" /><Relationship Type="http://schemas.openxmlformats.org/officeDocument/2006/relationships/notesSlide" Target="/ppt/notesSlides/notesSlide12.xml" Id="R5f9c197d370e41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6109795504308" /><Relationship Type="http://schemas.openxmlformats.org/officeDocument/2006/relationships/image" Target="/ppt/media/image.jpeg" Id="R3902873d25ae418b" /><Relationship Type="http://schemas.openxmlformats.org/officeDocument/2006/relationships/notesSlide" Target="/ppt/notesSlides/notesSlide13.xml" Id="R091bf286de3443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4300d890a40c8" /><Relationship Type="http://schemas.openxmlformats.org/officeDocument/2006/relationships/notesSlide" Target="/ppt/notesSlides/notesSlide14.xml" Id="Rcb7b7e89cbdb41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2da04ddba4102" /><Relationship Type="http://schemas.openxmlformats.org/officeDocument/2006/relationships/notesSlide" Target="/ppt/notesSlides/notesSlide15.xml" Id="R3aaa929c242a4f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aeb4b8bd74970" /><Relationship Type="http://schemas.openxmlformats.org/officeDocument/2006/relationships/notesSlide" Target="/ppt/notesSlides/notesSlide16.xml" Id="R3f426d6ee78c4e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fbccbccaa4dcc" /><Relationship Type="http://schemas.openxmlformats.org/officeDocument/2006/relationships/notesSlide" Target="/ppt/notesSlides/notesSlide17.xml" Id="Red0ffecdae494e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d537748ec4283" /><Relationship Type="http://schemas.openxmlformats.org/officeDocument/2006/relationships/notesSlide" Target="/ppt/notesSlides/notesSlide18.xml" Id="R5346ed9e4a3c4a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a9cf96ec34159" /><Relationship Type="http://schemas.openxmlformats.org/officeDocument/2006/relationships/notesSlide" Target="/ppt/notesSlides/notesSlide19.xml" Id="Re1219648fc1e45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69b1c2472449c" /><Relationship Type="http://schemas.openxmlformats.org/officeDocument/2006/relationships/notesSlide" Target="/ppt/notesSlides/notesSlide20.xml" Id="R0f5f80698f9944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4b1ebd217411b" /><Relationship Type="http://schemas.openxmlformats.org/officeDocument/2006/relationships/image" Target="/ppt/media/image.jpeg" Id="R76b634cd92774740" /><Relationship Type="http://schemas.openxmlformats.org/officeDocument/2006/relationships/notesSlide" Target="/ppt/notesSlides/notesSlide21.xml" Id="R506aa14a92a54b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9245885fe4354" /><Relationship Type="http://schemas.openxmlformats.org/officeDocument/2006/relationships/notesSlide" Target="/ppt/notesSlides/notesSlide22.xml" Id="R1bf7d9e9104044f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3dddd4f834389" /><Relationship Type="http://schemas.openxmlformats.org/officeDocument/2006/relationships/notesSlide" Target="/ppt/notesSlides/notesSlide23.xml" Id="Ree04be40730546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26CFE3E-7C6B-4347-B878-AE747B63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667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PROGPU / BROWSER WEBGPU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F69EC77-0A62-403B-96F9-A7326C3C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102870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ProGPU renders
</a:t>
            </a:r>
            <a:r>
              <a:rPr sz="54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inside the browser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BED9B8F-7856-4A48-AEED-D57C8DF1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05375"/>
            <a:ext cx="8763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retained renderer. A batched WebAssembly transport. Direct navigator.gpu execution.</a:t>
            </a:r>
          </a:p>
        </p:txBody>
      </p:sp>
    </p:spTree>
    <p:extLst>
      <p:ext uri="{BB962C8B-B14F-4D97-AF65-F5344CB8AC3E}">
        <p14:creationId xmlns:p14="http://schemas.microsoft.com/office/powerpoint/2010/main" val="966512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browser runs the real ProGPU gallery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the host and transport change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browser sample reuses the shared WinUI-shaped gallery, compositor, retained scene compiler, resource caches, compute passes, and WGSL shaders.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screen at right is the locally published Release AOT build executing on navigator.gpu.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AOT  •  WEBGPU  •  120 FPS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5d3efd7dd46bb"/>
          <a:stretch xmlns:a="http://schemas.openxmlformats.org/drawingml/2006/main"/>
        </p:blipFill>
        <p:spPr>
          <a:xfrm xmlns:a="http://schemas.openxmlformats.org/drawingml/2006/main">
            <a:off x="5677958" y="1562100"/>
            <a:ext cx="6112933" cy="3438525"/>
          </a:xfrm>
          <a:prstGeom xmlns:a="http://schemas.openxmlformats.org/drawingml/2006/main" prst="roundRect">
            <a:avLst>
              <a:gd name="adj" fmla="val 3324"/>
            </a:avLst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GPU state keeps browser frames cheap and sharp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Scene reuse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Unchanged visual trees replay compiled draw calls instead of rebuilding commands or uploads.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GPU resource identity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Opaque generation-checked handles keep buffers, textures, pipelines, bind groups, and samplers stable across packets.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Direct WGSL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embedded shader text is passed directly to GPUDevice.createShaderModule—there is no browser shader fork.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Analytic quality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Paths and retained glyph outlines remain GPU geometry; camera changes update uniforms while curves and antialiasing stay full quality.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9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9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9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9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9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GPU state keeps browser frames cheap and sharp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Scene reuse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Unchanged visual trees replay compiled draw calls instead of rebuilding commands or uploads.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GPU resource identity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Opaque generation-checked handles keep buffers, textures, pipelines, bind groups, and samplers stable across packets.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Direct WGSL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embedded shader text is passed directly to GPUDevice.createShaderModule—there is no browser shader fork.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Analytic quality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Paths and retained glyph outlines remain GPU geometry; camera changes update uniforms while curves and antialiasing stay full quality.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browser runs the real ProGPU gallery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the host and transport change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browser sample reuses the shared WinUI-shaped gallery, compositor, retained scene compiler, resource caches, compute passes, and WGSL shaders.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screen at right is the locally published Release AOT build executing on navigator.gpu.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AOT  •  WEBGPU  •  120 FPS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d51205dc1463e"/>
          <a:stretch xmlns:a="http://schemas.openxmlformats.org/drawingml/2006/main"/>
        </p:blipFill>
        <p:spPr>
          <a:xfrm xmlns:a="http://schemas.openxmlformats.org/drawingml/2006/main">
            <a:off x="5677958" y="1562100"/>
            <a:ext cx="6112933" cy="3438525"/>
          </a:xfrm>
          <a:prstGeom xmlns:a="http://schemas.openxmlformats.org/drawingml/2006/main" prst="roundRect">
            <a:avLst>
              <a:gd name="adj" fmla="val 3324"/>
            </a:avLst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9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9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browser runs the real ProGPU gallery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the host and transport change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browser sample reuses the shared WinUI-shaped gallery, compositor, retained scene compiler, resource caches, compute passes, and WGSL shaders.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screen at right is the locally published Release AOT build executing on navigator.gpu.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AOT  •  WEBGPU  •  120 FPS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2873d25ae418b"/>
          <a:stretch xmlns:a="http://schemas.openxmlformats.org/drawingml/2006/main"/>
        </p:blipFill>
        <p:spPr>
          <a:xfrm xmlns:a="http://schemas.openxmlformats.org/drawingml/2006/main">
            <a:off x="5677958" y="1562100"/>
            <a:ext cx="6112933" cy="3438525"/>
          </a:xfrm>
          <a:prstGeom xmlns:a="http://schemas.openxmlformats.org/drawingml/2006/main" prst="roundRect">
            <a:avLst>
              <a:gd name="adj" fmla="val 3324"/>
            </a:avLst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GPU state keeps browser frames cheap and sharp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Scene reuse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Unchanged visual trees replay compiled draw calls instead of rebuilding commands or uploads.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GPU resource identity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Opaque generation-checked handles keep buffers, textures, pipelines, bind groups, and samplers stable across packets.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Direct WGSL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embedded shader text is passed directly to GPUDevice.createShaderModule—there is no browser shader fork.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Analytic quality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Paths and retained glyph outlines remain GPU geometry; camera changes update uniforms while curves and antialiasing stay full quality.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GPU state keeps browser frames cheap and sharp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Scene reuse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Unchanged visual trees replay compiled draw calls instead of rebuilding commands or uploads.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GPU resource identity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Opaque generation-checked handles keep buffers, textures, pipelines, bind groups, and samplers stable across packets.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Direct WGSL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embedded shader text is passed directly to GPUDevice.createShaderModule—there is no browser shader fork.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Analytic quality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Paths and retained glyph outlines remain GPU geometry; camera changes update uniforms while curves and antialiasing stay full quality.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GPU state keeps browser frames cheap and sharp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Scene reuse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Unchanged visual trees replay compiled draw calls instead of rebuilding commands or uploads.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GPU resource identity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Opaque generation-checked handles keep buffers, textures, pipelines, bind groups, and samplers stable across packets.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Direct WGSL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embedded shader text is passed directly to GPUDevice.createShaderModule—there is no browser shader fork.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Analytic quality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Paths and retained glyph outlines remain GPU geometry; camera changes update uniforms while curves and antialiasing stay full quality.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9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9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9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1AE7B18F-0204-47DF-8751-03D267ED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Debug and Release use the same rendering architecture</a:t>
            </a:r>
          </a:p>
        </p:txBody>
      </p:sp>
      <p:sp>
        <p:nvSpPr>
          <p:cNvPr id="2" name="debug-mode">
            <a:extLst xmlns:a="http://schemas.openxmlformats.org/drawingml/2006/main">
              <a:ext uri="{FF2B5EF4-FFF2-40B4-BE49-F238E27FC236}">
                <a16:creationId xmlns:a16="http://schemas.microsoft.com/office/drawing/2014/main" id="{4C1A0435-CEC7-4115-ACAE-9D47C4AE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Debug / iterate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Managed WebAssembly interpreter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.NET WebAssembly Hot Reload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Framework reconciles active and cached UI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Same dispatcher, packets, resources, and shaders</a:t>
            </a:r>
          </a:p>
        </p:txBody>
      </p:sp>
      <p:sp>
        <p:nvSpPr>
          <p:cNvPr id="3" name="release-mode">
            <a:extLst xmlns:a="http://schemas.openxmlformats.org/drawingml/2006/main">
              <a:ext uri="{FF2B5EF4-FFF2-40B4-BE49-F238E27FC236}">
                <a16:creationId xmlns:a16="http://schemas.microsoft.com/office/drawing/2014/main" id="{449BCF37-B8E2-4BDA-8E80-48D2C1F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/ ship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Managed WebAssembly AOT compilation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Trimming, SIMD, and native relinking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Static assets deploy to any compatible host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Hot Reload is off; rendering is unchanged</a:t>
            </a:r>
          </a:p>
        </p:txBody>
      </p:sp>
      <p:sp>
        <p:nvSpPr>
          <p:cNvPr id="4" name="mode-accent-left">
            <a:extLst xmlns:a="http://schemas.openxmlformats.org/drawingml/2006/main">
              <a:ext uri="{FF2B5EF4-FFF2-40B4-BE49-F238E27FC236}">
                <a16:creationId xmlns:a16="http://schemas.microsoft.com/office/drawing/2014/main" id="{3289F1FE-5FAA-47F8-B21D-49548584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mode-accent-right">
            <a:extLst xmlns:a="http://schemas.openxmlformats.org/drawingml/2006/main">
              <a:ext uri="{FF2B5EF4-FFF2-40B4-BE49-F238E27FC236}">
                <a16:creationId xmlns:a16="http://schemas.microsoft.com/office/drawing/2014/main" id="{3C04500A-1A00-423E-B305-9F1EE73B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mode-summary">
            <a:extLst xmlns:a="http://schemas.openxmlformats.org/drawingml/2006/main">
              <a:ext uri="{FF2B5EF4-FFF2-40B4-BE49-F238E27FC236}">
                <a16:creationId xmlns:a16="http://schemas.microsoft.com/office/drawing/2014/main" id="{F60522A4-6B47-40EB-BBC4-0CB9F91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Choose the build mode for iteration speed or startup/runtime efficiency—not for a different renderer.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FFF729F6-AD3B-44C3-AE8C-B4EFCF3C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07101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browser runs the real ProGPU gallery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the host and transport change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browser sample reuses the shared WinUI-shaped gallery, compositor, retained scene compiler, resource caches, compute passes, and WGSL shaders.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screen at right is the locally published Release AOT build executing on navigator.gpu.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AOT  •  WEBGPU  •  120 FPS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634cd92774740"/>
          <a:stretch xmlns:a="http://schemas.openxmlformats.org/drawingml/2006/main"/>
        </p:blipFill>
        <p:spPr>
          <a:xfrm xmlns:a="http://schemas.openxmlformats.org/drawingml/2006/main">
            <a:off x="5677958" y="1562100"/>
            <a:ext cx="6112933" cy="3438525"/>
          </a:xfrm>
          <a:prstGeom xmlns:a="http://schemas.openxmlformats.org/drawingml/2006/main" prst="roundRect">
            <a:avLst>
              <a:gd name="adj" fmla="val 3324"/>
            </a:avLst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1AE7B18F-0204-47DF-8751-03D267ED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Debug and Release use the same rendering architecture</a:t>
            </a:r>
          </a:p>
        </p:txBody>
      </p:sp>
      <p:sp>
        <p:nvSpPr>
          <p:cNvPr id="2" name="debug-mode">
            <a:extLst xmlns:a="http://schemas.openxmlformats.org/drawingml/2006/main">
              <a:ext uri="{FF2B5EF4-FFF2-40B4-BE49-F238E27FC236}">
                <a16:creationId xmlns:a16="http://schemas.microsoft.com/office/drawing/2014/main" id="{4C1A0435-CEC7-4115-ACAE-9D47C4AE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Debug / iterate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Managed WebAssembly interpreter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.NET WebAssembly Hot Reload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Framework reconciles active and cached UI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Same dispatcher, packets, resources, and shaders</a:t>
            </a:r>
          </a:p>
        </p:txBody>
      </p:sp>
      <p:sp>
        <p:nvSpPr>
          <p:cNvPr id="3" name="release-mode">
            <a:extLst xmlns:a="http://schemas.openxmlformats.org/drawingml/2006/main">
              <a:ext uri="{FF2B5EF4-FFF2-40B4-BE49-F238E27FC236}">
                <a16:creationId xmlns:a16="http://schemas.microsoft.com/office/drawing/2014/main" id="{449BCF37-B8E2-4BDA-8E80-48D2C1F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/ ship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Managed WebAssembly AOT compilation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Trimming, SIMD, and native relinking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Static assets deploy to any compatible host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Hot Reload is off; rendering is unchanged</a:t>
            </a:r>
          </a:p>
        </p:txBody>
      </p:sp>
      <p:sp>
        <p:nvSpPr>
          <p:cNvPr id="4" name="mode-accent-left">
            <a:extLst xmlns:a="http://schemas.openxmlformats.org/drawingml/2006/main">
              <a:ext uri="{FF2B5EF4-FFF2-40B4-BE49-F238E27FC236}">
                <a16:creationId xmlns:a16="http://schemas.microsoft.com/office/drawing/2014/main" id="{3289F1FE-5FAA-47F8-B21D-49548584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mode-accent-right">
            <a:extLst xmlns:a="http://schemas.openxmlformats.org/drawingml/2006/main">
              <a:ext uri="{FF2B5EF4-FFF2-40B4-BE49-F238E27FC236}">
                <a16:creationId xmlns:a16="http://schemas.microsoft.com/office/drawing/2014/main" id="{3C04500A-1A00-423E-B305-9F1EE73B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mode-summary">
            <a:extLst xmlns:a="http://schemas.openxmlformats.org/drawingml/2006/main">
              <a:ext uri="{FF2B5EF4-FFF2-40B4-BE49-F238E27FC236}">
                <a16:creationId xmlns:a16="http://schemas.microsoft.com/office/drawing/2014/main" id="{F60522A4-6B47-40EB-BBC4-0CB9F91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Choose the build mode for iteration speed or startup/runtime efficiency—not for a different renderer.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FFF729F6-AD3B-44C3-AE8C-B4EFCF3C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07101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BF09421D-852C-41C5-A7CE-A96CE44D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905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IMPLEMENTATION PRINCIPLE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B4C5950-C747-434C-ABAC-ACD83942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8300"/>
            <a:ext cx="104775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renderer.
</a:t>
            </a:r>
            <a:r>
              <a:rPr sz="54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Browser-native transport.</a:t>
            </a:r>
          </a:p>
        </p:txBody>
      </p:sp>
      <p:sp>
        <p:nvSpPr>
          <p:cNvPr id="3" name="close-details">
            <a:extLst xmlns:a="http://schemas.openxmlformats.org/drawingml/2006/main">
              <a:ext uri="{FF2B5EF4-FFF2-40B4-BE49-F238E27FC236}">
                <a16:creationId xmlns:a16="http://schemas.microsoft.com/office/drawing/2014/main" id="{15FF0F0C-40C9-4866-8517-EDAA13B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00625"/>
            <a:ext cx="590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C# scene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Batched binary command protocol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Direct WGSL execution on navigator.gpu</a:t>
            </a:r>
          </a:p>
        </p:txBody>
      </p:sp>
      <p:sp>
        <p:nvSpPr>
          <p:cNvPr id="4" name="close-sources">
            <a:extLst xmlns:a="http://schemas.openxmlformats.org/drawingml/2006/main">
              <a:ext uri="{FF2B5EF4-FFF2-40B4-BE49-F238E27FC236}">
                <a16:creationId xmlns:a16="http://schemas.microsoft.com/office/drawing/2014/main" id="{5A5684A3-B23B-4729-8954-DEB47447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43575"/>
            <a:ext cx="521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ProGPU README, IWebGpuApi, BrowserWebGpuApi, and progpu-browser.js</a:t>
            </a:r>
          </a:p>
        </p:txBody>
      </p:sp>
    </p:spTree>
    <p:extLst>
      <p:ext uri="{BB962C8B-B14F-4D97-AF65-F5344CB8AC3E}">
        <p14:creationId xmlns:p14="http://schemas.microsoft.com/office/powerpoint/2010/main" val="1214664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2026-07-16T20:16:32.3730000Z</dcterms:created>
  <dcterms:modified xsi:type="dcterms:W3CDTF">2026-07-16T20:16:32.3730000Z</dcterms:modified>
</coreProperties>
</file>